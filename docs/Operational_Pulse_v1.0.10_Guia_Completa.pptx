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completa de Operational Pulse. Recorrido desde la estructura de cuentas hasta exportaciones y recuperación de horas. Incluye notas para facilitar la exposición y capacitación.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Índice navegable por secciones. Los recuadros enlazan al inicio de cada sección dentro del PowerPoint.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misma operación: planear, registrar, revisar y capturar correctamente el tiempo.</a:t>
            </a:r>
          </a:p>
          <a:p>
            <a:r>
              <a:t>Qué resuelve</a:t>
            </a:r>
          </a:p>
          <a:p>
            <a:r>
              <a:t>Roles y permisos</a:t>
            </a:r>
          </a:p>
          <a:p>
            <a:r>
              <a:t>Cómo se conectan los procesos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resuelve la herramienta</a:t>
            </a:r>
          </a:p>
          <a:p/>
          <a:p>
            <a:r>
              <a:t>Orden operativo: Una estructura de Cuentas, Managers, Grupos y Técnicos con responsabilidades visibles.</a:t>
            </a:r>
          </a:p>
          <a:p>
            <a:r>
              <a:t>Trazabilidad del trabajo: OT programada e histórica, emergencias, Timer, documentación y revisión.</a:t>
            </a:r>
          </a:p>
          <a:p>
            <a:r>
              <a:t>Decisiones con datos: Horas aprobadas por Grupo y Técnico, búsqueda de historial y comparación entre meses.</a:t>
            </a:r>
          </a:p>
          <a:p>
            <a:r>
              <a:t>Captura consistente: Claim decimal, ADP HH:MM, Excel mensual y respaldo personal para recuperar horas.</a:t>
            </a:r>
          </a:p>
          <a:p>
            <a:r>
              <a:t>Pulse genera una guía de captura; no envía automáticamente información a Claim o ADP.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recorrido completo</a:t>
            </a:r>
          </a:p>
          <a:p/>
          <a:p>
            <a:r>
              <a:t>1. Configurar: Cuenta, Manager, Lead, Grupo y Técnico.</a:t>
            </a:r>
          </a:p>
          <a:p>
            <a:r>
              <a:t>2. Planear: OT y Guardias visibles en calendario.</a:t>
            </a:r>
          </a:p>
          <a:p>
            <a:r>
              <a:t>3. Registrar: Timer o captura histórica individual.</a:t>
            </a:r>
          </a:p>
          <a:p>
            <a:r>
              <a:t>4. Revisar: Documentación y autorización responsable.</a:t>
            </a:r>
          </a:p>
          <a:p>
            <a:r>
              <a:t>5. Aprovechar: Analítica, Claim, ADP y respaldo.</a:t>
            </a:r>
          </a:p>
          <a:p>
            <a:r>
              <a:t>Sólo las horas aprobadas suman a la captura; los pendientes siguen visibles para darles seguimiento.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roles, responsabilidades distintas</a:t>
            </a:r>
          </a:p>
          <a:p/>
          <a:p>
            <a:r>
              <a:t>Administrador: Gestiona Cuentas, Administradores, Managers y Leads. Atiende acceso según el rol y mantiene la estructura.</a:t>
            </a:r>
          </a:p>
          <a:p>
            <a:r>
              <a:t>Manager: Gestiona sus Grupos y Técnicos; configura Guardias, revisa solicitudes y consulta analítica del equipo.</a:t>
            </a:r>
          </a:p>
          <a:p>
            <a:r>
              <a:t>Lead: Es respaldo directo del Manager. Registra su OT y, con delegación activa, puede revisar al equipo.</a:t>
            </a:r>
          </a:p>
          <a:p>
            <a:r>
              <a:t>Técnico: Planea y registra su trabajo; solicita Guardias, documenta OT y consulta sus horas y exportaciones.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alcance de cada persona</a:t>
            </a:r>
          </a:p>
          <a:p/>
          <a:p>
            <a:r>
              <a:t>Estructura y propiedad: Cuenta → Manager → Grupo → Técnico. El Lead depende directamente del Manager y no pertenece a un Grupo.</a:t>
            </a:r>
          </a:p>
          <a:p>
            <a:r>
              <a:t>Separación de responsabilidades: El Admin no autoriza traslados individuales de Técnicos ni aprueba sus horas. El Manager administra su equipo.</a:t>
            </a:r>
          </a:p>
          <a:p>
            <a:r>
              <a:t>Visibilidad operativa: La OT programada normal se comparte con su Grupo. Cada participante conserva Timer y horas individuales.</a:t>
            </a:r>
          </a:p>
          <a:p>
            <a:r>
              <a:t>Controles personales: El Lead no registra Guardias y nunca aprueba su propia OT. El Técnico consulta exclusivamente sus horas.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Construye la organización y entrega accesos mediante activación.</a:t>
            </a:r>
          </a:p>
          <a:p>
            <a:r>
              <a:t>Inicio de sesión y recuperación</a:t>
            </a:r>
          </a:p>
          <a:p>
            <a:r>
              <a:t>Cuentas y responsables</a:t>
            </a:r>
          </a:p>
          <a:p>
            <a:r>
              <a:t>Managers y Leads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Entrar a Pulse</a:t>
            </a:r>
          </a:p>
          <a:p/>
          <a:p>
            <a:r>
              <a:t>1. Identificarse: Usa Employee ID o el usuario asignado.</a:t>
            </a:r>
          </a:p>
          <a:p>
            <a:r>
              <a:t>2. Iniciar sesión: Captura tu contraseña; puedes mostrarla u ocultarla.</a:t>
            </a:r>
          </a:p>
          <a:p>
            <a:r>
              <a:t>3. Elegir la ayuda: Activa una cuenta nueva o solicita recuperación.</a:t>
            </a:r>
          </a:p>
          <a:p>
            <a:r>
              <a:t>Resultado esperado: La navegación se adapta al rol.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Activar una cuenta nueva</a:t>
            </a:r>
          </a:p>
          <a:p/>
          <a:p>
            <a:r>
              <a:t>1. Recibir el código: El responsable lo obtiene al crear el acceso.</a:t>
            </a:r>
          </a:p>
          <a:p>
            <a:r>
              <a:t>2. Validar identidad: Captura identidad y código de activación.</a:t>
            </a:r>
          </a:p>
          <a:p>
            <a:r>
              <a:t>3. Definir contraseña: Completa los campos y confirma la activación.</a:t>
            </a:r>
          </a:p>
          <a:p>
            <a:r>
              <a:t>Resultado esperado: El acceso queda listo para iniciar sesión.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Recuperar el acceso</a:t>
            </a:r>
          </a:p>
          <a:p/>
          <a:p>
            <a:r>
              <a:t>1. Solicitar ayuda: Indica tu identidad desde el login.</a:t>
            </a:r>
          </a:p>
          <a:p>
            <a:r>
              <a:t>2. Validar la solicitud: El responsable autorizado revisa y emite el código.</a:t>
            </a:r>
          </a:p>
          <a:p>
            <a:r>
              <a:t>3. Restablecer: Usa el código para definir otra contraseña.</a:t>
            </a:r>
          </a:p>
          <a:p>
            <a:r>
              <a:t>Resultado esperado: El código no es la contraseña del usuario.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del Administrador</a:t>
            </a:r>
          </a:p>
          <a:p/>
          <a:p>
            <a:r>
              <a:t>1. Ver la estructura: Consulta Cuentas, Managers y Leads activos.</a:t>
            </a:r>
          </a:p>
          <a:p>
            <a:r>
              <a:t>2. Detectar pendientes: Ubica activaciones o recuperación de acceso.</a:t>
            </a:r>
          </a:p>
          <a:p>
            <a:r>
              <a:t>3. Abrir el contexto: Entra a la Cuenta o atención correspondiente.</a:t>
            </a:r>
          </a:p>
          <a:p>
            <a:r>
              <a:t>Resultado esperado: Una vista general de la organización.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Consultar la organización</a:t>
            </a:r>
          </a:p>
          <a:p/>
          <a:p>
            <a:r>
              <a:t>1. Ubicar la Cuenta: Usa la búsqueda y los filtros disponibles.</a:t>
            </a:r>
          </a:p>
          <a:p>
            <a:r>
              <a:t>2. Abrir su estructura: Revisa responsables y asignaciones.</a:t>
            </a:r>
          </a:p>
          <a:p>
            <a:r>
              <a:t>3. Administrar: Crea o modifica la entidad desde su contexto.</a:t>
            </a:r>
          </a:p>
          <a:p>
            <a:r>
              <a:t>Resultado esperado: Cuenta y responsables quedan relacionados.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Crear una Cuenta</a:t>
            </a:r>
          </a:p>
          <a:p/>
          <a:p>
            <a:r>
              <a:t>1. Identificarla: Captura el nombre y los datos de identificación.</a:t>
            </a:r>
          </a:p>
          <a:p>
            <a:r>
              <a:t>2. Revisar el código: Verifica el país y el código de la Cuenta.</a:t>
            </a:r>
          </a:p>
          <a:p>
            <a:r>
              <a:t>3. Guardar: La Cuenta queda disponible para asignar responsables.</a:t>
            </a:r>
          </a:p>
          <a:p>
            <a:r>
              <a:t>Resultado esperado: Primer nivel de la estructura operativa.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Crear un Manager</a:t>
            </a:r>
          </a:p>
          <a:p/>
          <a:p>
            <a:r>
              <a:t>1. Datos personales: Captura nombre, apellidos y correo corporativo.</a:t>
            </a:r>
          </a:p>
          <a:p>
            <a:r>
              <a:t>2. Identidad y Cuenta: Usa Employee ID único y elige la Cuenta.</a:t>
            </a:r>
          </a:p>
          <a:p>
            <a:r>
              <a:t>3. Entregar activación: Comparte el código por el canal autorizado.</a:t>
            </a:r>
          </a:p>
          <a:p>
            <a:r>
              <a:t>Resultado esperado: El Manager activa su propio acceso.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Asignar el Lead del Manager</a:t>
            </a:r>
          </a:p>
          <a:p/>
          <a:p>
            <a:r>
              <a:t>1. Crear el acceso: Registra los datos e identidad del Lead.</a:t>
            </a:r>
          </a:p>
          <a:p>
            <a:r>
              <a:t>2. Asignar responsable: Selecciona el Manager al que respaldará.</a:t>
            </a:r>
          </a:p>
          <a:p>
            <a:r>
              <a:t>3. Activar: Entrega el código y confirma el acceso.</a:t>
            </a:r>
          </a:p>
          <a:p>
            <a:r>
              <a:t>Resultado esperado: El Lead es directo; no requiere Grupo.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Manager organiza a su equipo y conserva el historial durante los cambios.</a:t>
            </a:r>
          </a:p>
          <a:p>
            <a:r>
              <a:t>Grupos y Técnicos</a:t>
            </a:r>
          </a:p>
          <a:p>
            <a:r>
              <a:t>Traslados y bajas</a:t>
            </a:r>
          </a:p>
          <a:p>
            <a:r>
              <a:t>Delegación al Lead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del Manager</a:t>
            </a:r>
          </a:p>
          <a:p/>
          <a:p>
            <a:r>
              <a:t>1. Revisar indicadores: Consulta horas aprobadas y actividad del periodo.</a:t>
            </a:r>
          </a:p>
          <a:p>
            <a:r>
              <a:t>2. Priorizar trabajo: Ubica solicitudes pendientes y Timers.</a:t>
            </a:r>
          </a:p>
          <a:p>
            <a:r>
              <a:t>3. Profundizar: Abre aprobación o analítica desde el indicador.</a:t>
            </a:r>
          </a:p>
          <a:p>
            <a:r>
              <a:t>Resultado esperado: Un punto de entrada a la operación.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Administrar el equipo por Grupos</a:t>
            </a:r>
          </a:p>
          <a:p/>
          <a:p>
            <a:r>
              <a:t>1. Ver los Grupos: Cada columna conserva el mismo tamaño.</a:t>
            </a:r>
          </a:p>
          <a:p>
            <a:r>
              <a:t>2. Mover internamente: Arrastra un Técnico entre tus Grupos.</a:t>
            </a:r>
          </a:p>
          <a:p>
            <a:r>
              <a:t>3. Abrir la ficha: Consulta sus detalles y acciones disponibles.</a:t>
            </a:r>
          </a:p>
          <a:p>
            <a:r>
              <a:t>Resultado esperado: El movimiento interno no requiere Admin.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Crear un Grupo</a:t>
            </a:r>
          </a:p>
          <a:p/>
          <a:p>
            <a:r>
              <a:t>1. Definir contexto: Revisa Cuenta, plataforma y especialidad.</a:t>
            </a:r>
          </a:p>
          <a:p>
            <a:r>
              <a:t>2. Nombrarlo: Captura un nombre claro para la operación.</a:t>
            </a:r>
          </a:p>
          <a:p>
            <a:r>
              <a:t>3. Guardar: El Grupo queda asociado al Manager responsable.</a:t>
            </a:r>
          </a:p>
          <a:p>
            <a:r>
              <a:t>Resultado esperado: Permite organizar Técnicos y actividades.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Agregar un Técnico</a:t>
            </a:r>
          </a:p>
          <a:p/>
          <a:p>
            <a:r>
              <a:t>1. Abrir desde el Grupo: La asignación ya viene definida.</a:t>
            </a:r>
          </a:p>
          <a:p>
            <a:r>
              <a:t>2. Capturar identidad: Nombre, Employee ID y correo corporativo.</a:t>
            </a:r>
          </a:p>
          <a:p>
            <a:r>
              <a:t>3. Activar acceso: Guarda y entrega el código generado.</a:t>
            </a:r>
          </a:p>
          <a:p>
            <a:r>
              <a:t>Resultado esperado: Sin volver a seleccionar el Grupo de origen.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Ficha del Técnico: consultar y editar</a:t>
            </a:r>
          </a:p>
          <a:p/>
          <a:p>
            <a:r>
              <a:t>1. Consultar: Revisa identidad, estado y asignación.</a:t>
            </a:r>
          </a:p>
          <a:p>
            <a:r>
              <a:t>2. Editar: Actualiza los datos permitidos conservando identidad.</a:t>
            </a:r>
          </a:p>
          <a:p>
            <a:r>
              <a:t>3. Actuar: Mueve o inicia la baja desde su contexto.</a:t>
            </a:r>
          </a:p>
          <a:p>
            <a:r>
              <a:t>Resultado esperado: El historial permanece asociado al Técnico.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Mover de Grupo, Manager o Cuenta</a:t>
            </a:r>
          </a:p>
          <a:p/>
          <a:p>
            <a:r>
              <a:t>1. Elegir modalidad: Entre tus Grupos o hacia otro Manager/Cuenta.</a:t>
            </a:r>
          </a:p>
          <a:p>
            <a:r>
              <a:t>2. Encontrar destino: Filtra por Cuenta y busca nombre o Employee ID.</a:t>
            </a:r>
          </a:p>
          <a:p>
            <a:r>
              <a:t>3. Indicar motivo: Revisa la ruta y confirma o envía la solicitud.</a:t>
            </a:r>
          </a:p>
          <a:p>
            <a:r>
              <a:t>Resultado esperado: Otro Manager debe aceptar la recepción.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Resolver traslados entre Managers</a:t>
            </a:r>
          </a:p>
          <a:p/>
          <a:p>
            <a:r>
              <a:t>1. Consultar bandeja: Distingue solicitudes recibidas y enviadas.</a:t>
            </a:r>
          </a:p>
          <a:p>
            <a:r>
              <a:t>2. Revisar recepción: El Manager destino acepta y elige su Grupo.</a:t>
            </a:r>
          </a:p>
          <a:p>
            <a:r>
              <a:t>3. Dar seguimiento: El Técnico sigue en origen hasta la aceptación.</a:t>
            </a:r>
          </a:p>
          <a:p>
            <a:r>
              <a:t>Resultado esperado: Sin autorización de Admin para este traslado.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de baja con control</a:t>
            </a:r>
          </a:p>
          <a:p/>
          <a:p>
            <a:r>
              <a:t>Técnico: responsabilidad del Manager: Abre la ficha, revisa el impacto y registra el motivo. Resuelve Timers/documentación indicados antes de confirmar.</a:t>
            </a:r>
          </a:p>
          <a:p>
            <a:r>
              <a:t>Manager: revisión de estructura: El Admin revisa Grupos, integrantes, Lead y pendientes. Define responsables de destino antes de confirmar la baja.</a:t>
            </a:r>
          </a:p>
          <a:p>
            <a:r>
              <a:t>Historial e identidad: La baja retira acceso y delegaciones; no borra los registros operativos ni la identidad histórica.</a:t>
            </a:r>
          </a:p>
          <a:p>
            <a:r>
              <a:t>Traslado no equivale a baja: La bandeja de Técnicos gestiona cambios entre equipos. La baja de un Manager usa su revisión de impacto específica.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Eliminar un Grupo con Técnicos</a:t>
            </a:r>
          </a:p>
          <a:p/>
          <a:p>
            <a:r>
              <a:t>1. Revisar integrantes: Pulse identifica si el Grupo tiene Técnicos.</a:t>
            </a:r>
          </a:p>
          <a:p>
            <a:r>
              <a:t>2. Elegir destino: Asigna otro Grupo propio y explica el movimiento.</a:t>
            </a:r>
          </a:p>
          <a:p>
            <a:r>
              <a:t>3. Confirmar: Resuelve restricciones, como Timers activos.</a:t>
            </a:r>
          </a:p>
          <a:p>
            <a:r>
              <a:t>Resultado esperado: No se dejan Técnicos sin asignación.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Lead como respaldo operativo</a:t>
            </a:r>
          </a:p>
          <a:p/>
          <a:p>
            <a:r>
              <a:t>1. Delegar: El Manager activa la delegación para su Lead.</a:t>
            </a:r>
          </a:p>
          <a:p>
            <a:r>
              <a:t>2. Revisar al equipo: Con delegación accede a aprobación y analítica.</a:t>
            </a:r>
          </a:p>
          <a:p>
            <a:r>
              <a:t>3. Cerrar el respaldo: El Manager revoca la delegación cuando corresponda.</a:t>
            </a:r>
          </a:p>
          <a:p>
            <a:r>
              <a:t>Resultado esperado: Sin autoaprobación de la OT del Lead.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cobertura semanal clara antes de solicitar periodos de Guardia.</a:t>
            </a:r>
          </a:p>
          <a:p>
            <a:r>
              <a:t>Intervalos y días completos</a:t>
            </a:r>
          </a:p>
          <a:p>
            <a:r>
              <a:t>Vista previa de cobertura</a:t>
            </a:r>
          </a:p>
          <a:p>
            <a:r>
              <a:t>Cambios y revisión de solicitudes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Consultar las reglas de Guardia</a:t>
            </a:r>
          </a:p>
          <a:p/>
          <a:p>
            <a:r>
              <a:t>1. Ver vigencia: Identifica la regla disponible para la operación.</a:t>
            </a:r>
          </a:p>
          <a:p>
            <a:r>
              <a:t>2. Revisar cobertura: Consulta horarios e intervalos por día.</a:t>
            </a:r>
          </a:p>
          <a:p>
            <a:r>
              <a:t>3. Administrar: Crea, edita o retira la regla que corresponda.</a:t>
            </a:r>
          </a:p>
          <a:p>
            <a:r>
              <a:t>Resultado esperado: La cobertura es explícita y revisable.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Configurar la cobertura semanal</a:t>
            </a:r>
          </a:p>
          <a:p/>
          <a:p>
            <a:r>
              <a:t>1. Definir un día: Activa el día y agrega uno o varios intervalos.</a:t>
            </a:r>
          </a:p>
          <a:p>
            <a:r>
              <a:t>2. Replicar y ajustar: Copia a días elegidos y define excepciones.</a:t>
            </a:r>
          </a:p>
          <a:p>
            <a:r>
              <a:t>3. Validar: Revisa la vista previa y el total semanal.</a:t>
            </a:r>
          </a:p>
          <a:p>
            <a:r>
              <a:t>Resultado esperado: Admite 24 horas e intervalos a día siguiente.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Cambiar una regla sin alterar el pasado</a:t>
            </a:r>
          </a:p>
          <a:p/>
          <a:p>
            <a:r>
              <a:t>Copia de la regla: Cada solicitud conserva la cobertura vigente al momento de crearse.</a:t>
            </a:r>
          </a:p>
          <a:p>
            <a:r>
              <a:t>Aviso al Técnico: Si cambia o se retira la regla vinculada, Pulse pide revisar las solicitudes afectadas.</a:t>
            </a:r>
          </a:p>
          <a:p>
            <a:r>
              <a:t>Revisión consciente: El Técnico verifica el periodo y la cobertura antes de reenviar a aprobación.</a:t>
            </a:r>
          </a:p>
          <a:p>
            <a:r>
              <a:t>Cálculo protegido: Editar la regla no convierte automáticamente una Guardia anterior en horas nuevas aprobadas.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calendario es la vista principal; el registro y la documentación son individuales.</a:t>
            </a:r>
          </a:p>
          <a:p>
            <a:r>
              <a:t>OT programada, histórica y de emergencia</a:t>
            </a:r>
          </a:p>
          <a:p>
            <a:r>
              <a:t>Guardias por periodo</a:t>
            </a:r>
          </a:p>
          <a:p>
            <a:r>
              <a:t>Timer, extensiones y correcciones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 tiempo: calendario principal</a:t>
            </a:r>
          </a:p>
          <a:p/>
          <a:p>
            <a:r>
              <a:t>1. Consultar el mes: La semana visual inicia en domingo.</a:t>
            </a:r>
          </a:p>
          <a:p>
            <a:r>
              <a:t>2. Crear desde una fecha: Clic en un día abre el registro con contexto.</a:t>
            </a:r>
          </a:p>
          <a:p>
            <a:r>
              <a:t>3. Usar accesos rápidos: OT, Guardia y emergencia siguen disponibles.</a:t>
            </a:r>
          </a:p>
          <a:p>
            <a:r>
              <a:t>Resultado esperado: Los registros se reflejan en el calendario.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Ampliar el calendario</a:t>
            </a:r>
          </a:p>
          <a:p/>
          <a:p>
            <a:r>
              <a:t>1. Abrir vista previa: Usa la opción de calendario ampliado.</a:t>
            </a:r>
          </a:p>
          <a:p>
            <a:r>
              <a:t>2. Explorar: Cambia de mes y consulta sus actividades.</a:t>
            </a:r>
          </a:p>
          <a:p>
            <a:r>
              <a:t>3. Ver detalles: Abre el día o evento para revisar el registro.</a:t>
            </a:r>
          </a:p>
          <a:p>
            <a:r>
              <a:t>Resultado esperado: Útil con zoom o pantallas pequeñas.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Registrar o programar una OT</a:t>
            </a:r>
          </a:p>
          <a:p/>
          <a:p>
            <a:r>
              <a:t>1. Definir inicio y fin: Revisa fecha, hora y zona operativa.</a:t>
            </a:r>
          </a:p>
          <a:p>
            <a:r>
              <a:t>2. Documentar: Referencia CHG/INC y campos requeridos.</a:t>
            </a:r>
          </a:p>
          <a:p>
            <a:r>
              <a:t>3. Enviar: Pulse identifica si es futura o histórica.</a:t>
            </a:r>
          </a:p>
          <a:p>
            <a:r>
              <a:t>Resultado esperado: Todo el formulario en un solo modal.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OT programada, varios participantes</a:t>
            </a:r>
          </a:p>
          <a:p/>
          <a:p>
            <a:r>
              <a:t>1. Autor: Programa una OT normal desde su Grupo.</a:t>
            </a:r>
          </a:p>
          <a:p>
            <a:r>
              <a:t>2. Responsable: Revisa y autoriza la ventana operativa.</a:t>
            </a:r>
          </a:p>
          <a:p>
            <a:r>
              <a:t>3. Grupo: Sus integrantes pueden ver la actividad.</a:t>
            </a:r>
          </a:p>
          <a:p>
            <a:r>
              <a:t>4. Participante: Inicia su propio Timer cuando está habilitado.</a:t>
            </a:r>
          </a:p>
          <a:p>
            <a:r>
              <a:t>5. Registro propio: Conserva sus horas, documentación y revisión.</a:t>
            </a:r>
          </a:p>
          <a:p>
            <a:r>
              <a:t>No se copian horas entre personas. Cada participación registra su propio tiempo.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formas de registrar OT</a:t>
            </a:r>
          </a:p>
          <a:p/>
          <a:p>
            <a:r>
              <a:t>Programada: Actividad futura con ventana autorizada. El Timer se habilita según aprobación y fecha/hora de inicio.</a:t>
            </a:r>
          </a:p>
          <a:p>
            <a:r>
              <a:t>Histórica: Trabajo ya realizado: captura inicio, fin y documentación individual. No publica una actividad compartida del Grupo.</a:t>
            </a:r>
          </a:p>
          <a:p>
            <a:r>
              <a:t>Emergencia: Inicia un Timer cuando surge la atención. Al detenerlo, completa la documentación antes de revisión.</a:t>
            </a:r>
          </a:p>
          <a:p>
            <a:r>
              <a:t>Un mismo criterio: En todos los casos, las horas requieren aprobación final para incorporarse a los resultados de captura.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Solicitar una Guardia por periodo</a:t>
            </a:r>
          </a:p>
          <a:p/>
          <a:p>
            <a:r>
              <a:t>1. Elegir cobertura: Selecciona la regla de Guardia vigente.</a:t>
            </a:r>
          </a:p>
          <a:p>
            <a:r>
              <a:t>2. Definir fechas: Usa un día o un rango; también desde calendario.</a:t>
            </a:r>
          </a:p>
          <a:p>
            <a:r>
              <a:t>3. Enviar solicitud: Revisa la cobertura y manda a aprobación.</a:t>
            </a:r>
          </a:p>
          <a:p>
            <a:r>
              <a:t>Resultado esperado: Una solicitud y una decisión por periodo.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Revisar el detalle de una OT</a:t>
            </a:r>
          </a:p>
          <a:p/>
          <a:p>
            <a:r>
              <a:t>1. Consultar evidencia: Verifica referencia y documentación.</a:t>
            </a:r>
          </a:p>
          <a:p>
            <a:r>
              <a:t>2. Revisar tiempos: Distingue horario planeado y trabajo real.</a:t>
            </a:r>
          </a:p>
          <a:p>
            <a:r>
              <a:t>3. Ver estado: Identifica ejecución y aprobación del registro.</a:t>
            </a:r>
          </a:p>
          <a:p>
            <a:r>
              <a:t>Resultado esperado: Detalle concentra la información completa.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del Timer</a:t>
            </a:r>
          </a:p>
          <a:p/>
          <a:p>
            <a:r>
              <a:t>1. Confirmar actividad: Verifica la OT a la que pertenece el Timer.</a:t>
            </a:r>
          </a:p>
          <a:p>
            <a:r>
              <a:t>2. Seguir el tiempo: Consulta el tiempo transcurrido individual.</a:t>
            </a:r>
          </a:p>
          <a:p>
            <a:r>
              <a:t>3. Detener correctamente: Finaliza y documenta cuando haga falta.</a:t>
            </a:r>
          </a:p>
          <a:p>
            <a:r>
              <a:t>Resultado esperado: Cerrar el modal no detiene el Timer.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Ventana y extensión: no contar la espera</a:t>
            </a:r>
          </a:p>
          <a:p/>
          <a:p>
            <a:r>
              <a:t>1. Inicio: Requiere aprobación y hora habilitada.</a:t>
            </a:r>
          </a:p>
          <a:p>
            <a:r>
              <a:t>2. Vencimiento: La ejecución se pausa al terminar la ventana.</a:t>
            </a:r>
          </a:p>
          <a:p>
            <a:r>
              <a:t>3. Extensión: Se solicita con nuevo fin y motivo.</a:t>
            </a:r>
          </a:p>
          <a:p>
            <a:r>
              <a:t>4. Decisión: Manager o Lead delegado revisa.</a:t>
            </a:r>
          </a:p>
          <a:p>
            <a:r>
              <a:t>5. Reanudar: El Técnico continúa manualmente; espera excluida.</a:t>
            </a:r>
          </a:p>
          <a:p>
            <a:r>
              <a:t>Solicitar extensión no equivale a obtener aprobación ni a reanudar automáticamente el Timer.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perder la documentación pendiente</a:t>
            </a:r>
          </a:p>
          <a:p/>
          <a:p>
            <a:r>
              <a:t>1. Detectar el aviso: Pulse señala que una OT está por documentar.</a:t>
            </a:r>
          </a:p>
          <a:p>
            <a:r>
              <a:t>2. Abrir la actividad: Usa el aviso o su identificación en calendario.</a:t>
            </a:r>
          </a:p>
          <a:p>
            <a:r>
              <a:t>3. Completar y enviar: La solicitud pasa a revisión al documentarse.</a:t>
            </a:r>
          </a:p>
          <a:p>
            <a:r>
              <a:t>Resultado esperado: El aviso persiste aunque recargues la página.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Documentar después de detener</a:t>
            </a:r>
          </a:p>
          <a:p/>
          <a:p>
            <a:r>
              <a:t>1. Identificar el trabajo: Captura la referencia completa CHG o INC.</a:t>
            </a:r>
          </a:p>
          <a:p>
            <a:r>
              <a:t>2. Explicar la actividad: Descripción, justificación e impacto.</a:t>
            </a:r>
          </a:p>
          <a:p>
            <a:r>
              <a:t>3. Completar requisitos: Revisa tiempos y campos antes de enviar.</a:t>
            </a:r>
          </a:p>
          <a:p>
            <a:r>
              <a:t>Resultado esperado: Detener el Timer no sustituye documentar.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Corregir tiempos también corrige resultados</a:t>
            </a:r>
          </a:p>
          <a:p/>
          <a:p>
            <a:r>
              <a:t>Revisar el horario: En una OT realizada pueden corregirse inicio, fin y tramos reales, con motivo y control de versión.</a:t>
            </a:r>
          </a:p>
          <a:p>
            <a:r>
              <a:t>Conservar trazabilidad: Pulse conserva los segmentos originales y registra la corrección; las pausas no se convierten en trabajo.</a:t>
            </a:r>
          </a:p>
          <a:p>
            <a:r>
              <a:t>Volver a revisión: Una corrección de horas invalida la aprobación anterior y requiere una nueva decisión.</a:t>
            </a:r>
          </a:p>
          <a:p>
            <a:r>
              <a:t>Recalcular: Tras aprobar, cambian OT, Guardia neta coincidente, analítica, Claim, ADP y las exportaciones.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registro individual a una visión útil del equipo.</a:t>
            </a:r>
          </a:p>
          <a:p>
            <a:r>
              <a:t>Revisión de solicitudes</a:t>
            </a:r>
          </a:p>
          <a:p>
            <a:r>
              <a:t>Horas aprobadas por Grupo y Técnico</a:t>
            </a:r>
          </a:p>
          <a:p>
            <a:r>
              <a:t>Historial y comparación de meses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Aprobar: una bandeja de trabajo</a:t>
            </a:r>
          </a:p>
          <a:p/>
          <a:p>
            <a:r>
              <a:t>1. Filtrar pendientes: Selecciona Grupo, Técnico y tipo de solicitud.</a:t>
            </a:r>
          </a:p>
          <a:p>
            <a:r>
              <a:t>2. Abrir detalles: Verifica documentación y tiempos.</a:t>
            </a:r>
          </a:p>
          <a:p>
            <a:r>
              <a:t>3. Resolver: Aprueba o rechaza con el motivo requerido.</a:t>
            </a:r>
          </a:p>
          <a:p>
            <a:r>
              <a:t>Resultado esperado: Los pendientes todavía no suman horas.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Revisión con evidencia a la vista</a:t>
            </a:r>
          </a:p>
          <a:p/>
          <a:p>
            <a:r>
              <a:t>1. Ver identidad: Confirma Técnico y registro que revisas.</a:t>
            </a:r>
          </a:p>
          <a:p>
            <a:r>
              <a:t>2. Contrastar datos: Referencia, actividad, duración y justificación.</a:t>
            </a:r>
          </a:p>
          <a:p>
            <a:r>
              <a:t>3. Decidir: Usa la acción correspondiente a tu alcance.</a:t>
            </a:r>
          </a:p>
          <a:p>
            <a:r>
              <a:t>Resultado esperado: El Lead sólo revisa con delegación activa.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Estados que conviene distinguir</a:t>
            </a:r>
          </a:p>
          <a:p/>
          <a:p>
            <a:r>
              <a:t>Por documentar: Faltan datos para presentar la OT correctamente. El Técnico debe completarla.</a:t>
            </a:r>
          </a:p>
          <a:p>
            <a:r>
              <a:t>Pendiente de revisión: La solicitud ya fue enviada; espera la decisión del responsable.</a:t>
            </a:r>
          </a:p>
          <a:p>
            <a:r>
              <a:t>Aprobado: Las horas válidas aprobadas alimentan resultados y captura. Una ventana futura aún requiere ejecución.</a:t>
            </a:r>
          </a:p>
          <a:p>
            <a:r>
              <a:t>Rechazado o cancelado: No suma horas aprobadas. Consulta el motivo y el historial para dar seguimiento.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Analítica del Manager</a:t>
            </a:r>
          </a:p>
          <a:p/>
          <a:p>
            <a:r>
              <a:t>1. Acotar el análisis: Define periodo, Grupo, Técnico, estado y tipo.</a:t>
            </a:r>
          </a:p>
          <a:p>
            <a:r>
              <a:t>2. Leer resultados: Los indicadores usan horas aprobadas reales.</a:t>
            </a:r>
          </a:p>
          <a:p>
            <a:r>
              <a:t>3. Buscar evidencia: Referencia, actividad o Employee ID en historial.</a:t>
            </a:r>
          </a:p>
          <a:p>
            <a:r>
              <a:t>Resultado esperado: Mismos filtros para vista y exportación.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total del Grupo al registro</a:t>
            </a:r>
          </a:p>
          <a:p/>
          <a:p>
            <a:r>
              <a:t>1. Identificar concentración: Consulta horas aprobadas por Grupo y compara dónde se acumula el trabajo.</a:t>
            </a:r>
          </a:p>
          <a:p>
            <a:r>
              <a:t>2. Abrir el desglose: Selecciona un Grupo para revisar sus Técnicos y su distribución de horas.</a:t>
            </a:r>
          </a:p>
          <a:p>
            <a:r>
              <a:t>3. Consultar la evidencia: Selecciona al Técnico y abre los registros que explican ese total.</a:t>
            </a:r>
          </a:p>
          <a:p>
            <a:r>
              <a:t>4. Decidir y dar seguimiento: Detecta actividad recurrente, incidentes o concentración; contrasta con el contexto antes de concluir.</a:t>
            </a:r>
          </a:p>
          <a:p>
            <a:r>
              <a:t>La clasificación por Grupo usa la asignación actual indicada por la herramienta; consulta el origen en los detalles.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varios meses</a:t>
            </a:r>
          </a:p>
          <a:p/>
          <a:p>
            <a:r>
              <a:t>1. Seleccionar mes y año: No basta con escribir sólo el año.</a:t>
            </a:r>
          </a:p>
          <a:p>
            <a:r>
              <a:t>2. Agregar periodos: Repite hasta completar los meses a contrastar.</a:t>
            </a:r>
          </a:p>
          <a:p>
            <a:r>
              <a:t>3. Aplicar comparación: Se mantienen búsqueda y filtros comunes.</a:t>
            </a:r>
          </a:p>
          <a:p>
            <a:r>
              <a:t>Resultado esperado: Hasta 24 meses; principal siempre incluido.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variaciones entre periodos</a:t>
            </a:r>
          </a:p>
          <a:p/>
          <a:p>
            <a:r>
              <a:t>1. Comparar horas: Separa OT y Guardia neta por mes.</a:t>
            </a:r>
          </a:p>
          <a:p>
            <a:r>
              <a:t>2. Interpretar diferencia: Contrasta cambio absoluto y porcentual.</a:t>
            </a:r>
          </a:p>
          <a:p>
            <a:r>
              <a:t>3. Revisar contexto: El mes actual aparece como parcial.</a:t>
            </a:r>
          </a:p>
          <a:p>
            <a:r>
              <a:t>Resultado esperado: Una diferencia no explica por sí sola su causa.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Gráficas que ayudan a preguntar mejor</a:t>
            </a:r>
          </a:p>
          <a:p/>
          <a:p>
            <a:r>
              <a:t>Horas por tipo: Distingue OT programada, histórica, emergencia y Guardia neta.</a:t>
            </a:r>
          </a:p>
          <a:p>
            <a:r>
              <a:t>Franja horaria: Muestra cuánto tiempo aprobado se acumula en cada hora del día; no es cantidad de personas.</a:t>
            </a:r>
          </a:p>
          <a:p>
            <a:r>
              <a:t>Ampliar para leer: Abre la gráfica en grande para revisar valores, etiquetas y tablas con los mismos filtros.</a:t>
            </a:r>
          </a:p>
          <a:p>
            <a:r>
              <a:t>Sin resultados: Si no existen datos con el filtro, Pulse informa el estado vacío; no debe parecer una carga permanente.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Analítica personal y del Lead</a:t>
            </a:r>
          </a:p>
          <a:p/>
          <a:p>
            <a:r>
              <a:t>1. Consultar lo propio: El Técnico revisa exclusivamente sus horas.</a:t>
            </a:r>
          </a:p>
          <a:p>
            <a:r>
              <a:t>2. Comparar e investigar: Busca historial y compara periodos.</a:t>
            </a:r>
          </a:p>
          <a:p>
            <a:r>
              <a:t>3. Separar alcances: El Lead consulta equipo sólo al estar delegado.</a:t>
            </a:r>
          </a:p>
          <a:p>
            <a:r>
              <a:t>Resultado esperado: El alcance se valida también en el servidor.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resultado operativo se convierte en una guía para capturar el tiempo correcto.</a:t>
            </a:r>
          </a:p>
          <a:p>
            <a:r>
              <a:t>Sólo horas aprobadas</a:t>
            </a:r>
          </a:p>
          <a:p>
            <a:r>
              <a:t>Claim decimal y ADP HH:MM</a:t>
            </a:r>
          </a:p>
          <a:p>
            <a:r>
              <a:t>Resultado mensual para consulta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cálculo común, varias salidas</a:t>
            </a:r>
          </a:p>
          <a:p/>
          <a:p>
            <a:r>
              <a:t>1. OT aprobada: Tiempo real válido; sin duplicar traslapes.</a:t>
            </a:r>
          </a:p>
          <a:p>
            <a:r>
              <a:t>2. Guardia bruta: Unión de coberturas aprobadas.</a:t>
            </a:r>
          </a:p>
          <a:p>
            <a:r>
              <a:t>3. Guardia neta: Descuenta OT coincidente con la cobertura.</a:t>
            </a:r>
          </a:p>
          <a:p>
            <a:r>
              <a:t>4. Salidas: Analítica, Claim, ADP y Excel mensual.</a:t>
            </a:r>
          </a:p>
          <a:p>
            <a:r>
              <a:t>Ejemplo: Guardia de 6 h con OT coincidente de 2 h → Stand By 4 h + OT 2 h.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Claim: semana de sábado a viernes</a:t>
            </a:r>
          </a:p>
          <a:p/>
          <a:p>
            <a:r>
              <a:t>1. Elegir semana: Puede incluir días de meses contiguos.</a:t>
            </a:r>
          </a:p>
          <a:p>
            <a:r>
              <a:t>2. Capturar conceptos: Stand By es Guardia neta; OT es tiempo extra.</a:t>
            </a:r>
          </a:p>
          <a:p>
            <a:r>
              <a:t>3. Usar decimales: 90 minutos = 1.5 horas, no 1.30.</a:t>
            </a:r>
          </a:p>
          <a:p>
            <a:r>
              <a:t>Resultado esperado: Valores diarios a dos decimales.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Desglose de Claim</a:t>
            </a:r>
          </a:p>
          <a:p/>
          <a:p>
            <a:r>
              <a:t>1. Abrir el desglose: Verifica qué tramos componen el total.</a:t>
            </a:r>
          </a:p>
          <a:p>
            <a:r>
              <a:t>2. Contrastar horarios: Los cruces de medianoche se separan por día.</a:t>
            </a:r>
          </a:p>
          <a:p>
            <a:r>
              <a:t>3. Validar concepto: Revisa Stand By, OT y sus referencias.</a:t>
            </a:r>
          </a:p>
          <a:p>
            <a:r>
              <a:t>Resultado esperado: El total semanal suma las celdas diarias.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ADP: inicio y duración HH:MM</a:t>
            </a:r>
          </a:p>
          <a:p/>
          <a:p>
            <a:r>
              <a:t>1. Elegir semana: ADP organiza de domingo a sábado.</a:t>
            </a:r>
          </a:p>
          <a:p>
            <a:r>
              <a:t>2. Revisar cada tramo: Fecha, tipo, referencia e inicio.</a:t>
            </a:r>
          </a:p>
          <a:p>
            <a:r>
              <a:t>3. Capturar duración: Una hora y media se expresa como 01:30.</a:t>
            </a:r>
          </a:p>
          <a:p>
            <a:r>
              <a:t>Resultado esperado: Misma base de minutos; formato diferente.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y ADP: evitar errores de captura</a:t>
            </a:r>
          </a:p>
          <a:p/>
          <a:p>
            <a:r>
              <a:t>Formato: Claim: horas decimales. ADP: duración HH:MM. No intercambies 1.5 con 01:50.</a:t>
            </a:r>
          </a:p>
          <a:p>
            <a:r>
              <a:t>Límites semanales: Claim va de sábado a viernes; ADP, de domingo a sábado. No esperes el mismo corte semanal.</a:t>
            </a:r>
          </a:p>
          <a:p>
            <a:r>
              <a:t>Cruce de mes: La semana completa incluye fechas de meses vecinos; los indicadores del mes sólo cuentan el mes seleccionado.</a:t>
            </a:r>
          </a:p>
          <a:p>
            <a:r>
              <a:t>Redondeo y coincidencia: Claim redondea las celdas diarias a dos decimales. Guardia neta descuenta la OT coincidente aprobada.</a:t>
            </a:r>
          </a:p>
          <a:p>
            <a:r>
              <a:t>Pulse orienta la captura manual; no acredita un envío automático a las plataformas corporativas.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de aprobados: resultado mensual</a:t>
            </a:r>
          </a:p>
          <a:p/>
          <a:p>
            <a:r>
              <a:t>Descargar el resultado: Elige el mes y usa Excel aprobados. Se genera un archivo .xlsx para consulta y captura.</a:t>
            </a:r>
          </a:p>
          <a:p>
            <a:r>
              <a:t>Primera pestaña: Captura: Presenta las filas del mes con identidad, concepto, horarios, horas y documentación disponible.</a:t>
            </a:r>
          </a:p>
          <a:p>
            <a:r>
              <a:t>Pestañas de soporte: Tiempo aprobado y Resumen ayudan a contrastar el resultado y conocer el alcance.</a:t>
            </a:r>
          </a:p>
          <a:p>
            <a:r>
              <a:t>Datos externos: No se inventan Category ni autorización DIL. Los campos que Pulse no conoce quedan vacíos.</a:t>
            </a:r>
          </a:p>
          <a:p>
            <a:r>
              <a:t>Este Excel de consulta es distinto del respaldo .pulse para recuperación.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el resultado y recupera las horas con validación y nueva revisión.</a:t>
            </a:r>
          </a:p>
          <a:p>
            <a:r>
              <a:t>Excel .xlsx y respaldo .pulse separados</a:t>
            </a:r>
          </a:p>
          <a:p>
            <a:r>
              <a:t>Vista previa y duplicados</a:t>
            </a:r>
          </a:p>
          <a:p>
            <a:r>
              <a:t>Actualización sin perder la base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Generar el respaldo personal</a:t>
            </a:r>
          </a:p>
          <a:p/>
          <a:p>
            <a:r>
              <a:t>1. Abrir la opción: Mi tiempo → Respaldo / Recuperar.</a:t>
            </a:r>
          </a:p>
          <a:p>
            <a:r>
              <a:t>2. Elegir el mes: Revisa el periodo que vas a descargar.</a:t>
            </a:r>
          </a:p>
          <a:p>
            <a:r>
              <a:t>3. Guardar .pulse: Conserva el archivo en una ubicación privada.</a:t>
            </a:r>
          </a:p>
          <a:p>
            <a:r>
              <a:t>Resultado esperado: Es distinto del Excel de aprobados.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conserva el respaldo .pulse</a:t>
            </a:r>
          </a:p>
          <a:p/>
          <a:p>
            <a:r>
              <a:t>Registros personales finalizados: Incluye OT finalizada y Guardias que intersectan el mes, con los tramos completos del registro.</a:t>
            </a:r>
          </a:p>
          <a:p>
            <a:r>
              <a:t>Datos para reconstruir: Conserva identidad de empleado, tiempos y documentación disponible; no importa aprobaciones.</a:t>
            </a:r>
          </a:p>
          <a:p>
            <a:r>
              <a:t>Fuera de alcance: No incluye OT futura aún no ejecutada ni Timers activos. Puede conservar cobertura futura de una Guardia.</a:t>
            </a:r>
          </a:p>
          <a:p>
            <a:r>
              <a:t>Formato propio: La extensión identifica el respaldo. No cifra ni impide técnicamente abrir el libro interno con otras herramientas.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Revisar antes de recuperar horas</a:t>
            </a:r>
          </a:p>
          <a:p/>
          <a:p>
            <a:r>
              <a:t>1. Seleccionar archivo: Usa .pulse o un Excel anterior compatible.</a:t>
            </a:r>
          </a:p>
          <a:p>
            <a:r>
              <a:t>2. Leer vista previa: Revisa horarios, duplicados y conflictos.</a:t>
            </a:r>
          </a:p>
          <a:p>
            <a:r>
              <a:t>3. Confirmar conscientemente: Sólo entonces se crean registros recuperables.</a:t>
            </a:r>
          </a:p>
          <a:p>
            <a:r>
              <a:t>Resultado esperado: Ver la vista previa todavía no agrega horas.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confirmar la recuperación</a:t>
            </a:r>
          </a:p>
          <a:p/>
          <a:p>
            <a:r>
              <a:t>1. Validar: Archivo compatible y Employee ID propio.</a:t>
            </a:r>
          </a:p>
          <a:p>
            <a:r>
              <a:t>2. Separar: Duplicados y conflictos no se importan.</a:t>
            </a:r>
          </a:p>
          <a:p>
            <a:r>
              <a:t>3. Completar: OT incompleta queda por documentar.</a:t>
            </a:r>
          </a:p>
          <a:p>
            <a:r>
              <a:t>4. Revisar: Lo recuperado vuelve al Manager.</a:t>
            </a:r>
          </a:p>
          <a:p>
            <a:r>
              <a:t>5. Aprobar: Sólo entonces vuelve a sumar horas.</a:t>
            </a:r>
          </a:p>
          <a:p>
            <a:r>
              <a:t>El respaldo nunca restaura una autorización como si el archivo fuera una aprobación original.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Actualizar sin perder información</a:t>
            </a:r>
          </a:p>
          <a:p/>
          <a:p>
            <a:r>
              <a:t>Base existente: Conservar operational_pulse.db y su .key evita reimportar las horas al cambiar de versión.</a:t>
            </a:r>
          </a:p>
          <a:p>
            <a:r>
              <a:t>Copia integral: Con Pulse detenido, guarda ambos archivos juntos antes de actualizar. No vienen en el ZIP de distribución.</a:t>
            </a:r>
          </a:p>
          <a:p>
            <a:r>
              <a:t>Respaldo personal: El .pulse ayuda a recuperar horas de un Técnico; no sustituye toda la base, usuarios y configuración.</a:t>
            </a:r>
          </a:p>
          <a:p>
            <a:r>
              <a:t>Proyecto organizado: backend, frontend, scripts, fixtures, tests y docs. El arranque habitual sigue en start.command.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Sesión, seguridad y continuidad</a:t>
            </a:r>
          </a:p>
          <a:p/>
          <a:p>
            <a:r>
              <a:t>Inactividad: La sesión se cierra tras cinco minutos sin actividad. Consultas automáticas no la mantienen abierta.</a:t>
            </a:r>
          </a:p>
          <a:p>
            <a:r>
              <a:t>Timer en el servidor: Cerrar un modal o perder la sesión no significa detener el trabajo. Al volver, consulta el estado real.</a:t>
            </a:r>
          </a:p>
          <a:p>
            <a:r>
              <a:t>Control de permisos: Los alcances y decisiones se validan en el backend, además de la interfaz.</a:t>
            </a:r>
          </a:p>
          <a:p>
            <a:r>
              <a:t>Evidencia: Cambios, movimientos, decisiones y recuperaciones conservan trazabilidad para revisar qué ocurrió.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Ejercicio guiado: de cero al respaldo</a:t>
            </a:r>
          </a:p>
          <a:p/>
          <a:p>
            <a:r>
              <a:t>1. Admin: Crea Cuenta, Manager y Lead; activa accesos.</a:t>
            </a:r>
          </a:p>
          <a:p>
            <a:r>
              <a:t>2. Manager: Crea Grupo, Técnico y regla de Guardia.</a:t>
            </a:r>
          </a:p>
          <a:p>
            <a:r>
              <a:t>3. Técnico: Registra OT y Guardia; documenta.</a:t>
            </a:r>
          </a:p>
          <a:p>
            <a:r>
              <a:t>4. Responsable: Revisa y aprueba; consulta analítica.</a:t>
            </a:r>
          </a:p>
          <a:p>
            <a:r>
              <a:t>5. Técnico: Contrasta Claim/ADP y descarga .pulse.</a:t>
            </a:r>
          </a:p>
          <a:p>
            <a:r>
              <a:t>Para practicar recuperación, usa una base de prueba; nunca dupliques horas de una base que ya las conserva.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comprobación por rol</a:t>
            </a:r>
          </a:p>
          <a:p/>
          <a:p>
            <a:r>
              <a:t>Administrador: ¿Cuenta y responsables correctos? ¿Activaciones atendidas? ¿Bajas con destino e impacto resueltos?</a:t>
            </a:r>
          </a:p>
          <a:p>
            <a:r>
              <a:t>Manager: ¿Equipo organizado? ¿Reglas claras? ¿Pendientes revisados? ¿Analítica e historial consultados?</a:t>
            </a:r>
          </a:p>
          <a:p>
            <a:r>
              <a:t>Lead: ¿Delegación vigente cuando revisas al equipo? ¿Tu propia OT conserva revisión independiente?</a:t>
            </a:r>
          </a:p>
          <a:p>
            <a:r>
              <a:t>Técnico: ¿Horario y documentación correctos? ¿Horas aprobadas? ¿Claim/ADP contrastados? ¿Respaldo guardado?</a:t>
            </a:r>
          </a:p>
          <a:p/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capacitación. Recapitular el flujo y abrir espacio para practicar con datos de demostración. La guía corresponde a funcionalidades existentes en v1.0.10.</a:t>
            </a:r>
          </a:p>
          <a:p/>
          <a:p>
            <a:r>
              <a:t>Referencia: versión 1.0.10. Pantallas capturadas en una base aislada de demostración. No son registros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17.xml"/><Relationship Id="rId6" Type="http://schemas.openxmlformats.org/officeDocument/2006/relationships/slide" Target="slide28.xml"/><Relationship Id="rId7" Type="http://schemas.openxmlformats.org/officeDocument/2006/relationships/slide" Target="slide32.xml"/><Relationship Id="rId8" Type="http://schemas.openxmlformats.org/officeDocument/2006/relationships/slide" Target="slide45.xml"/><Relationship Id="rId9" Type="http://schemas.openxmlformats.org/officeDocument/2006/relationships/slide" Target="slide55.xml"/><Relationship Id="rId10" Type="http://schemas.openxmlformats.org/officeDocument/2006/relationships/slide" Target="slide6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12648"/>
            <a:ext cx="566928" cy="54864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94B6D4"/>
                </a:solidFill>
                <a:latin typeface="Aptos"/>
              </a:defRPr>
            </a:pPr>
            <a:r>
              <a:t>OPERATIONAL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Del equipo a las</a:t>
            </a:r>
          </a:p>
          <a:p>
            <a:pPr>
              <a:spcAft>
                <a:spcPts val="7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horas correctas.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C5D8E7"/>
                </a:solidFill>
                <a:latin typeface="Aptos"/>
              </a:defRPr>
            </a:pPr>
            <a:r>
              <a:t>Guía integral de la herramienta</a:t>
            </a:r>
          </a:p>
          <a:p>
            <a:pPr>
              <a:spcAft>
                <a:spcPts val="700"/>
              </a:spcAft>
              <a:defRPr sz="2500" b="0">
                <a:solidFill>
                  <a:srgbClr val="C5D8E7"/>
                </a:solidFill>
                <a:latin typeface="Aptos"/>
              </a:defRPr>
            </a:pPr>
            <a:r>
              <a:t>Presentación, roles, operación y respaldo.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4B6D4"/>
                </a:solidFill>
                <a:latin typeface="Aptos"/>
              </a:defRPr>
            </a:pPr>
            <a:r>
              <a:t>v1.0.10  ·  Octubre de 2026  ·  Manual visual de capacitación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01 / 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Una guía para presentar, aprender y operar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D91"/>
                </a:solidFill>
                <a:latin typeface="Aptos"/>
              </a:defRPr>
            </a:pPr>
            <a:r>
              <a:t>Puedes recorrerla completa o ir directamente a una sección.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21207" y="1938528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75688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01  Conoce 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59736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Propósito, roles y recorrido completo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190488" y="1938528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075688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02  Administración y acceso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59736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Cuentas, Managers, Leads y activación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521207" y="2962656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099816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03  Equipo y continuidad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483864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Grupos, Técnicos, movimientos, bajas y delegación</a:t>
            </a:r>
          </a:p>
        </p:txBody>
      </p:sp>
      <p:sp>
        <p:nvSpPr>
          <p:cNvPr id="17" name="Rounded Rectangle 16">
            <a:hlinkClick action="ppaction://hlinksldjump" r:id="rId6"/>
          </p:cNvPr>
          <p:cNvSpPr/>
          <p:nvPr/>
        </p:nvSpPr>
        <p:spPr>
          <a:xfrm>
            <a:off x="6190488" y="2962656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099816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04  Reglas de Guardia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483864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Configuración semanal y cambios de cobertura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21207" y="3986784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123944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05  Registro del trabajo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507992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Calendario, OT, Timer y documentación</a:t>
            </a:r>
          </a:p>
        </p:txBody>
      </p:sp>
      <p:sp>
        <p:nvSpPr>
          <p:cNvPr id="23" name="Rounded Rectangle 22">
            <a:hlinkClick action="ppaction://hlinksldjump" r:id="rId8"/>
          </p:cNvPr>
          <p:cNvSpPr/>
          <p:nvPr/>
        </p:nvSpPr>
        <p:spPr>
          <a:xfrm>
            <a:off x="6190488" y="3986784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4123944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06  Aprobación y analítica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507992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Revisión, desglose, comparación e historial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521207" y="5010912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148072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07  Claim, ADP y Excel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532120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Cálculos y captura de horas aprobadas</a:t>
            </a:r>
          </a:p>
        </p:txBody>
      </p:sp>
      <p:sp>
        <p:nvSpPr>
          <p:cNvPr id="29" name="Rounded Rectangle 28">
            <a:hlinkClick action="ppaction://hlinksldjump" r:id="rId10"/>
          </p:cNvPr>
          <p:cNvSpPr/>
          <p:nvPr/>
        </p:nvSpPr>
        <p:spPr>
          <a:xfrm>
            <a:off x="6190488" y="5010912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5148072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D4D"/>
                </a:solidFill>
                <a:latin typeface="Aptos"/>
              </a:defRPr>
            </a:pPr>
            <a:r>
              <a:t>08  Respaldo y recuperación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532120"/>
            <a:ext cx="509320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D91"/>
                </a:solidFill>
                <a:latin typeface="Aptos"/>
              </a:defRPr>
            </a:pPr>
            <a:r>
              <a:t>Archivos .pulse y continuidad entre versiones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02 / 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Conoce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Una misma operación: planear, registrar, revisar y capturar correctamente el tiempo.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Qué resuelve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Roles y permisos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Cómo se conectan los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03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CONOCE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Qué resuelve la herramienta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Orden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Una estructura de Cuentas, Managers, Grupos y Técnicos con responsabilidades visibles.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Trazabilidad del trabajo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OT programada e histórica, emergencias, Timer, documentación y revisión.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Decisiones con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Horas aprobadas por Grupo y Técnico, búsqueda de historial y comparación entre meses.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Captura consistente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Claim decimal, ADP HH:MM, Excel mensual y respaldo personal para recuperar horas.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2087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D91"/>
                </a:solidFill>
                <a:latin typeface="Aptos"/>
              </a:defRPr>
            </a:pPr>
            <a:r>
              <a:t>Pulse genera una guía de captura; no envía automáticamente información a Claim o ADP.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04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CONOCE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El recorrido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Configurar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Cuenta, Manager, Lead, Grupo y Técnico.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428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888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888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Planear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88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OT y Guardias visibles en calendario.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565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025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25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025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Timer o captura histórica individual.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702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62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62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62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Documentación y autorización responsable.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39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99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99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Aprovechar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99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Analítica, Claim, ADP y respaldo.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Sólo las horas aprobadas suman a la captura; los pendientes siguen visibles para darles seguimiento.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05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CONOCE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Cuatro roles, responsabilidades distintas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Gestiona Cuentas, Administradores, Managers y Leads. Atiende acceso según el rol y mantiene la estructura.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Gestiona sus Grupos y Técnicos; configura Guardias, revisa solicitudes y consulta analítica del equipo.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Es respaldo directo del Manager. Registra su OT y, con delegación activa, puede revisar al equipo.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Planea y registra su trabajo; solicita Guardias, documenta OT y consulta sus horas y exportaciones.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06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CONOCE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El alcance de cada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Estructura y propiedad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Cuenta → Manager → Grupo → Técnico. El Lead depende directamente del Manager y no pertenece a un Grupo.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Separación de responsabilidades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 Admin no autoriza traslados individuales de Técnicos ni aprueba sus horas. El Manager administra su equipo.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Visibilidad operativa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OT programada normal se comparte con su Grupo. Cada participante conserva Timer y horas individuales.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Controles personales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 Lead no registra Guardias y nunca aprueba su propia OT. El Técnico consulta exclusivamente sus horas.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07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Administración y acceso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Construye la organización y entrega accesos mediante activación.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Inicio de sesión y recuperación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Cuentas y responsables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Managers y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08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Entrar a 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Identificarse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Employee ID o el usuario asignado.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Iniciar sesión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tu contraseña; puedes mostrarla u ocultarla.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la ayuda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Activa una cuenta nueva o solicita recuperación.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La navegación se adapta al 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09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Activar una cuenta nueva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activa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871" y="1965960"/>
            <a:ext cx="4668536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Recibir el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responsable lo obtiene al crear el acceso.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Validar identidad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identidad y código de activación.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Definir contraseña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Completa los campos y confirma la activación.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acceso queda listo para iniciar sesión.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10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Recuperar el acceso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ecovery_access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16" y="1965960"/>
            <a:ext cx="4463647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Solicitar ayuda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Indica tu identidad desde el login.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Validar la solicitud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responsable autorizado revisa y emite el código.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Restablecer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el código para definir otra contraseña.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código no es la contraseña del usuario.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Panel del Administrador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la 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Consulta Cuentas, Managers y Leads activos.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Detectar pendientes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Ubica activaciones o recuperación de acceso.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el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Entra a la Cuenta o atención correspondiente.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Una vista general de la organización.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12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Consultar la organización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orga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Ubicar la Cuenta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la búsqueda y los filtros disponibles.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su estructura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responsables y asignaciones.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Administrar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Crea o modifica la entidad desde su contexto.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Cuenta y responsables quedan relacionados.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13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Crear una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accoun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619" y="1965960"/>
            <a:ext cx="5299041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Identificarla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el nombre y los datos de identificación.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el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Verifica el país y el código de la Cuenta.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Guardar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La Cuenta queda disponible para asignar responsables.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Primer nivel de la estructura operativa.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14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Crear un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manager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270" y="1965960"/>
            <a:ext cx="4859739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Datos personales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nombre, apellidos y correo corporativo.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Identidad y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Employee ID único y elige la Cuenta.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Entregar activación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Comparte el código por el canal autorizado.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Manager activa su propio acceso.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15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ADMINISTRACIÓN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Asignar el Lead del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lead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1965960"/>
            <a:ext cx="4653280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Crear el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Registra los datos e identidad del Lead.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Asignar responsable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Selecciona el Manager al que respaldará.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Activar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Entrega el código y confirma el acceso.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Lead es directo; no requiere Grupo.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16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Equipo y continuidad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El Manager organiza a su equipo y conserva el historial durante los cambios.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Grupos y Técnicos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Traslados y bajas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Delegación al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Panel del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manag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indicadores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Consulta horas aprobadas y actividad del periodo.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Priorizar trabajo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Ubica solicitudes pendientes y Timers.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Profundizar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Abre aprobación o analítica desde el indicador.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Un punto de entrada a la operación.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18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Administrar el equipo por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los Grupos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Cada columna conserva el mismo tamaño.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Mover internamente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Arrastra un Técnico entre tus Grupos.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la ficha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Consulta sus detalles y acciones disponibles.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movimiento interno no requiere Admin.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19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Crear un Grupo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group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895" y="1965960"/>
            <a:ext cx="5718488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Definir 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Cuenta, plataforma y especialidad.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Nombrarlo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un nombre claro para la operación.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Guardar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Grupo queda asociado al Manager responsable.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Permite organizar Técnicos y actividades.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20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Agregar un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technicia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190" y="1965960"/>
            <a:ext cx="5883899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desde el Grupo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La asignación ya viene definida.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Capturar identidad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Nombre, Employee ID y correo corporativo.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Activar acceso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Guarda y entrega el código generado.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Sin volver a seleccionar el Grupo de origen.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21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Ficha del Técnico: consultar y editar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technician_detai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078" y="1965960"/>
            <a:ext cx="55621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identidad, estado y asignación.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Actualiza los datos permitidos conservando identidad.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Actuar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Mueve o inicia la baja desde su contexto.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historial permanece asociado al Técnico.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22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Mover de Grupo, Manager o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move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21" y="1965960"/>
            <a:ext cx="4435837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modalidad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Entre tus Grupos o hacia otro Manager/Cuenta.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Encontrar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Filtra por Cuenta y busca nombre o Employee 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Indicar motivo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la ruta y confirma o envía la solicitud.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Otro Manager debe aceptar la recepción.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23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Resolver traslados entre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transfers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85" y="1965960"/>
            <a:ext cx="7339709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Consultar bandeja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Distingue solicitudes recibidas y enviadas.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recepción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Manager destino acepta y elige su Grupo.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Dar seguimiento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Técnico sigue en origen hasta la aceptación.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Sin autorización de Admin para este traslado.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24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Dar de baja con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Técnico: responsabilidad del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Abre la ficha, revisa el impacto y registra el motivo. Resuelve Timers/documentación indicados antes de confirmar.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Manager: revisión de estructura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 Admin revisa Grupos, integrantes, Lead y pendientes. Define responsables de destino antes de confirmar la baja.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Historial e identidad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baja retira acceso y delegaciones; no borra los registros operativos ni la identidad histórica.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Traslado no equivale a baja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bandeja de Técnicos gestiona cambios entre equipos. La baja de un Manager usa su revisión de impacto específica.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25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Eliminar un Grupo con Técnicos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group_remova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74" y="1965960"/>
            <a:ext cx="3944331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Pulse identifica si el Grupo tiene Técnicos.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Asigna otro Grupo propio y explica el movimiento.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Confirmar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Resuelve restricciones, como Timers activos.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No se dejan Técnicos sin asignación.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26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EQUIPO Y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El Lead como respaldo operativo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_lea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Delegar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Manager activa la delegación para su Lead.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al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 delegación accede a aprobación y analítica.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Cerrar el respaldo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Manager revoca la delegación cuando corresponda.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Sin autoaprobación de la OT del Lead.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27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Reglas de Guardia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Define cobertura semanal clara antes de solicitar periodos de Guardia.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Intervalos y días completos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Vista previa de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Cambios y revisión de solicitudes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28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REGLAS DE GUARDIA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Consultar las reglas de Guardia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vigencia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Identifica la regla disponible para la operación.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cobertura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Consulta horarios e intervalos por día.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Administrar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Crea, edita o retira la regla que corresponda.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La cobertura es explícita y revisable.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29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REGLAS DE GUARDIA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Configurar la cobertura semanal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rule_editor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33" y="1965960"/>
            <a:ext cx="4066812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Definir un 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Activa el día y agrega uno o varios intervalos.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Replicar y ajustar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Copia a días elegidos y define excepciones.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la vista previa y el total semanal.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Admite 24 horas e intervalos a día siguiente.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30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REGLAS DE GUARDIA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Cambiar una regla sin alterar el pasado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Copia de la regla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Cada solicitud conserva la cobertura vigente al momento de crearse.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Aviso al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Si cambia o se retira la regla vinculada, Pulse pide revisar las solicitudes afectadas.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Revisión consciente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 Técnico verifica el periodo y la cobertura antes de reenviar a aprobación.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Cálculo protegido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Editar la regla no convierte automáticamente una Guardia anterior en horas nuevas aprobadas.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31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Registro del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El calendario es la vista principal; el registro y la documentación son individuales.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OT programada, histórica y de emergencia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Guardias por periodo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Timer, extensiones y correcciones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32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Mi tiempo: calendario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5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Consultar el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La semana visual inicia en domingo.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Crear desde una 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Clic en un día abre el registro con contexto.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Usar accesos rápidos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OT, Guardia y emergencia siguen disponibles.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Los registros se reflejan en el calendario.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33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Ampliar el calendario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_calendar_preview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667" y="1965960"/>
            <a:ext cx="6178945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vista previa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la opción de calendario ampliado.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Explorar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Cambia de mes y consulta sus actividades.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detalles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Abre el día o evento para revisar el registro.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Útil con zoom o pantallas pequeñas.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34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Registrar o programar una 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_o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62" y="1965960"/>
            <a:ext cx="5424154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Definir inicio y fin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fecha, hora y zona operativa.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Documentar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Referencia CHG/INC y campos requeridos.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Enviar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Pulse identifica si es futura o histórica.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Todo el formulario en un solo modal.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35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Una OT programada, varios participantes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Programa una OT normal desde su Grupo.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428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888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888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88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Revisa y autoriza la ventana operativa.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565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025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25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025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Sus integrantes pueden ver la actividad.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702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62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62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Participante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62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Inicia su propio Timer cuando está habilitado.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39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99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99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Registro propio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99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Conserva sus horas, documentación y revisión.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No se copian horas entre personas. Cada participación registra su propio tiempo.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36 / 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Tres formas de registrar 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Programada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Actividad futura con ventana autorizada. El Timer se habilita según aprobación y fecha/hora de inicio.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Histórica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Trabajo ya realizado: captura inicio, fin y documentación individual. No publica una actividad compartida del Grupo.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Emergencia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Inicia un Timer cuando surge la atención. Al detenerlo, completa la documentación antes de revisión.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Un mismo criterio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En todos los casos, las horas requieren aprobación final para incorporarse a los resultados de captura.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37 / 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Solicitar una Guardia por periodo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8_guard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29" y="1965960"/>
            <a:ext cx="5373221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Selecciona la regla de Guardia vigente.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Definir fechas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un día o un rango; también desde calendario.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Enviar solicitud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la cobertura y manda a aprobación.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Una solicitud y una decisión por periodo.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38 / 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Revisar el detalle de una 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9_ot_detai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38" y="1965960"/>
            <a:ext cx="3366202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Consultar evidencia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Verifica referencia y documentación.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tiempos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Distingue horario planeado y trabajo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estado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Identifica ejecución y aprobación del registro.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Detalle concentra la información completa.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39 / 71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Control del Timer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timer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124" y="1965960"/>
            <a:ext cx="4386030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Confirmar 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Verifica la OT a la que pertenece el Timer.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Seguir el tiempo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Consulta el tiempo transcurrido individual.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Detener correctamente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Finaliza y documenta cuando haga falta.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Cerrar el modal no detiene el Timer.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40 / 71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Ventana y extensión: no contar la espera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Inicio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Requiere aprobación y hora habilitada.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428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888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888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Vencimiento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88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La ejecución se pausa al terminar la ventana.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565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025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25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Extensión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025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Se solicita con nuevo fin y motivo.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702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62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62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62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Manager o Lead delegado revisa.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39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99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99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Reanudar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99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El Técnico continúa manualmente; espera excluida.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Solicitar extensión no equivale a obtener aprobación ni a reanudar automáticamente el Timer.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41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No perder la documentación pendiente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1_documentation_no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Detectar el aviso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Pulse señala que una OT está por documentar.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la actividad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el aviso o su identificación en calendario.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Completar y enviar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La solicitud pasa a revisión al documentarse.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aviso persiste aunque recargues la página.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42 / 71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Documentar después de detener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2_documenta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207" y="1965960"/>
            <a:ext cx="5407865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Identificar 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Captura la referencia completa CHG o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Explicar la actividad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Descripción, justificación e impacto.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Completar requisitos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tiempos y campos antes de enviar.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Detener el Timer no sustituye documentar.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43 / 71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REGISTRO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Corregir tiempos también corrige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Revisar el horario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En una OT realizada pueden corregirse inicio, fin y tramos reales, con motivo y control de versión.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Conservar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Pulse conserva los segmentos originales y registra la corrección; las pausas no se convierten en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Volver a revisión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Una corrección de horas invalida la aprobación anterior y requiere una nueva decisión.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Recalcular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Tras aprobar, cambian OT, Guardia neta coincidente, analítica, Claim, ADP y las exportaciones.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44 / 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Aprobación y analítica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Del registro individual a una visión útil del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Revisión de solicitudes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Horas aprobadas por Grupo y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Historial y comparación de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45 / 71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Aprobar: una bandeja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Filtrar pendientes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Selecciona Grupo, Técnico y tipo de solicitud.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detalles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Verifica documentación y tiempos.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Aprueba o rechaza con el motivo requerido.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Los pendientes todavía no suman horas.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46 / 71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Revisión con evidencia a la vista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_approval_detai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57" y="1965960"/>
            <a:ext cx="3623164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Ver identidad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Confirma Técnico y registro que revisas.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Contrastar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Referencia, actividad, duración y justificación.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la acción correspondiente a tu alcance.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Lead sólo revisa con delegación activa.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47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Estados que conviene distinguir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Por documentar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Faltan datos para presentar la OT correctamente. El Técnico debe completarla.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Pendiente de revisión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solicitud ya fue enviada; espera la decisión del responsable.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Aprobado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Las horas válidas aprobadas alimentan resultados y captura. Una ventana futura aún requiere ejecución.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Rechazado o cancelado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No suma horas aprobadas. Consulta el motivo y el historial para dar seguimiento.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48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Analítica del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Acotar el 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Define periodo, Grupo, Técnico, estado y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Leer resultados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Los indicadores usan horas aprobadas reales.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Buscar evidencia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Referencia, actividad o Employee ID en historial.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Mismos filtros para vista y exportación.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49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Del total del Grupo al registro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1. Identificar concentración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Consulta horas aprobadas por Grupo y compara dónde se acumula el trabajo.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2. Abrir el desglose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Selecciona un Grupo para revisar sus Técnicos y su distribución de horas.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3. Consultar la evidencia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Selecciona al Técnico y abre los registros que explican ese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4. Decidir y dar seguimiento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Detecta actividad recurrente, incidentes o concentración; contrasta con el contexto antes de concluir.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2087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D91"/>
                </a:solidFill>
                <a:latin typeface="Aptos"/>
              </a:defRPr>
            </a:pPr>
            <a:r>
              <a:t>La clasificación por Grupo usa la asignación actual indicada por la herramienta; consulta el origen en los detalles.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50 / 71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Comparar varios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compare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75" y="1965960"/>
            <a:ext cx="4250928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Seleccionar mes y 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No basta con escribir sólo el año.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Agregar periodos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Repite hasta completar los meses a contrastar.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Aplicar comparación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Se mantienen búsqueda y filtros comunes.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Hasta 24 meses; principal siempre incluido.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51 / 71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Leer variaciones entre periodos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Comparar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Separa OT y Guardia neta por 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Interpretar diferencia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Contrasta cambio absoluto y porcentual.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mes actual aparece como parcial.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Una diferencia no explica por sí sola su causa.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52 / 71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Gráficas que ayudan a preguntar mejor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Horas por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Distingue OT programada, histórica, emergencia y Guardia neta.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Franja horaria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Muestra cuánto tiempo aprobado se acumula en cada hora del día; no es cantidad de personas.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Ampliar para leer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Abre la gráfica en grande para revisar valores, etiquetas y tablas con los mismos filtros.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Sin 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Si no existen datos con el filtro, Pulse informa el estado vacío; no debe parecer una carga permanente.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53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APROBACIÓN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Analítica personal y del 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3_personal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Consultar lo propio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Técnico revisa exclusivamente sus horas.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Comparar e investigar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Busca historial y compara periodos.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Separar alcances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El Lead consulta equipo sólo al estar delegado.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alcance se valida también en el servidor.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54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Claim, ADP y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El resultado operativo se convierte en una guía para capturar el tiempo correcto.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Sólo horas aprobadas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Claim decimal y ADP HH:MM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Resultado mensual para 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55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Un cálculo común, varias salidas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656332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23271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OT aprobada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2327148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Tiempo real válido; sin duplicar traslapes.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2132" y="2286000"/>
            <a:ext cx="2656332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6724" y="2542032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24" y="3099816"/>
            <a:ext cx="23271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Guardia bruta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724" y="3913632"/>
            <a:ext cx="2327148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Unión de coberturas aprobadas.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286000"/>
            <a:ext cx="2656332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42032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099816"/>
            <a:ext cx="23271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Guardia neta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913632"/>
            <a:ext cx="2327148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Descuenta OT coincidente con la cobertura.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0556" y="2286000"/>
            <a:ext cx="2656332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5148" y="2542032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5148" y="3099816"/>
            <a:ext cx="23271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Salidas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5148" y="3913632"/>
            <a:ext cx="2327148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Analítica, Claim, ADP y Excel mensual.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Ejemplo: Guardia de 6 h con OT coincidente de 2 h → Stand By 4 h + OT 2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56 / 71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Claim: semana de sábado a viernes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4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Puede incluir días de meses contiguos.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Capturar conceptos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Stand By es Guardia neta; OT es tiempo extra.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Usar decimales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90 minutos = 1.5 horas, no 1.30.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Valores diarios a dos decimales.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57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Desglose de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5_claim_detai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70" y="1965960"/>
            <a:ext cx="5084139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el desglose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Verifica qué tramos componen el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Contrastar horarios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Los cruces de medianoche se separan por día.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Validar concepto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Stand By, OT y sus referencias.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El total semanal suma las celdas diarias.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58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ADP: inicio y duración HH:MM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6_a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78" y="1965960"/>
            <a:ext cx="6700723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ADP organiza de domingo a sábado.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Revisar cada tramo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Fecha, tipo, referencia e inicio.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Capturar duración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Una hora y media se expresa como 01:30.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Misma base de minutos; formato diferente.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59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Claim y ADP: evitar errores de captura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Formato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Claim: horas decimales. ADP: duración HH:MM. No intercambies 1.5 con 01:50.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Límites semanales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Claim va de sábado a viernes; ADP, de domingo a sábado. No esperes el mismo corte semanal.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Cruce de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semana completa incluye fechas de meses vecinos; los indicadores del mes sólo cuentan el mes seleccionado.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Redondeo y coincidencia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Claim redondea las celdas diarias a dos decimales. Guardia neta descuenta la OT coincidente aprobada.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2087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D91"/>
                </a:solidFill>
                <a:latin typeface="Aptos"/>
              </a:defRPr>
            </a:pPr>
            <a:r>
              <a:t>Pulse orienta la captura manual; no acredita un envío automático a las plataformas corporativas.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60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CLAIM, ADP Y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Excel de aprobados: resultado mensual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Descargar el 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Elige el mes y usa Excel aprobados. Se genera un archivo .xlsx para consulta y captura.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Primera pestaña: Captura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Presenta las filas del mes con identidad, concepto, horarios, horas y documentación disponible.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Pestañas de soporte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Tiempo aprobado y Resumen ayudan a contrastar el resultado y conocer el alcance.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Datos externos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No se inventan Category ni autorización DIL. Los campos que Pulse no conoce quedan vacíos.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2087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D91"/>
                </a:solidFill>
                <a:latin typeface="Aptos"/>
              </a:defRPr>
            </a:pPr>
            <a:r>
              <a:t>Este Excel de consulta es distinto del respaldo .pulse para recuperación.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61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48640"/>
            <a:ext cx="502920" cy="64008"/>
          </a:xfrm>
          <a:prstGeom prst="rect">
            <a:avLst/>
          </a:prstGeom>
          <a:solidFill>
            <a:srgbClr val="F2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8DB5D9"/>
                </a:solidFill>
                <a:latin typeface="Aptos"/>
              </a:defRPr>
            </a:pPr>
            <a:r>
              <a:t>SECCIÓN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Respaldo y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3218688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C5D8E7"/>
                </a:solidFill>
                <a:latin typeface="Aptos"/>
              </a:defRPr>
            </a:pPr>
            <a:r>
              <a:t>Conserva el resultado y recupera las horas con validación y nueva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908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Excel .xlsx y respaldo .pulse separados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Vista previa y duplicados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— Actualización sin perder la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B5C9"/>
                </a:solidFill>
                <a:latin typeface="Aptos"/>
              </a:defRPr>
            </a:pPr>
            <a:r>
              <a:t>62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Generar el respaldo personal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7_backup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95" y="1965960"/>
            <a:ext cx="7427688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Abrir la opción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Mi tiempo → Respaldo / Recuperar.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Elegir el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el periodo que vas a descargar.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Guardar .pulse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Conserva el archivo en una ubicación privada.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Es distinto del Excel de aprobados.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63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Qué conserva el respaldo .pulse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Registros personales finalizados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Incluye OT finalizada y Guardias que intersectan el mes, con los tramos completos del registro.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Datos para reconstruir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Conserva identidad de empleado, tiempos y documentación disponible; no importa aprobaciones.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Fuera de alcance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No incluye OT futura aún no ejecutada ni Timers activos. Puede conservar cobertura futura de una Guardia.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Formato propio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extensión identifica el respaldo. No cifra ni impide técnicamente abrir el libro interno con otras herramientas.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64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Revisar antes de recuperar horas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092440" cy="43708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8_recovery_preview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33" y="1965960"/>
            <a:ext cx="5544612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3104" y="1920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Seleccionar archivo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40864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Usa .pulse o un Excel anterior compatible.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311810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118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Leer vista previa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38728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Revisa horarios, duplicados y conflictos.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315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D"/>
                </a:solidFill>
                <a:latin typeface="Aptos"/>
              </a:defRPr>
            </a:pPr>
            <a:r>
              <a:t>Confirmar conscientemente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36592"/>
            <a:ext cx="2423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465E"/>
                </a:solidFill>
                <a:latin typeface="Aptos"/>
              </a:defRPr>
            </a:pPr>
            <a:r>
              <a:t>Sólo entonces se crean registros recuperables.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5577840"/>
            <a:ext cx="2825496" cy="63093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5696712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979A"/>
                </a:solidFill>
                <a:latin typeface="Aptos"/>
              </a:defRPr>
            </a:pPr>
            <a:r>
              <a:t>Ver la vista previa todavía no agrega horas.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65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Después de confirmar la recuperación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Archivo compatible y Employee ID propio.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428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888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888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Separar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88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Duplicados y conflictos no se importan.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565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025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25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Completar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025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OT incompleta queda por documentar.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702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62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62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62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Lo recuperado vuelve al Manager.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39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99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99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Aprobar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99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Sólo entonces vuelve a sumar horas.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El respaldo nunca restaura una autorización como si el archivo fuera una aprobación original.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66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Actualizar sin perder información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Base existente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Conservar operational_pulse.db y su .key evita reimportar las horas al cambiar de versión.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Copia integral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Con Pulse detenido, guarda ambos archivos juntos antes de actualizar. No vienen en el ZIP de distribución.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Respaldo personal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El .pulse ayuda a recuperar horas de un Técnico; no sustituye toda la base, usuarios y configuración.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Proyecto organizado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backend, frontend, scripts, fixtures, tests y docs. El arranque habitual sigue en start.command.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67 / 71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Sesión, seguridad y continuidad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Inactividad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La sesión se cierra tras cinco minutos sin actividad. Consultas automáticas no la mantienen abierta.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Timer en el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Cerrar un modal o perder la sesión no significa detener el trabajo. Al volver, consulta el estado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Control de 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Los alcances y decisiones se validan en el backend, además de la interfaz.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Cambios, movimientos, decisiones y recuperaciones conservan trazabilidad para revisar qué ocurrió.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68 / 71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Ejercicio guiado: de cero al respaldo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Crea Cuenta, Manager y Lead; activa accesos.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428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888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888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88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Crea Grupo, Técnico y regla de Guardia.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5659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0251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251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0251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Registra OT y Guardia; documenta.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702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62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62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62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465E"/>
                </a:solidFill>
                <a:latin typeface="Aptos"/>
              </a:defRPr>
            </a:pPr>
            <a:r>
              <a:t>Revisa y aprueba; consulta analítica.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398" y="2286000"/>
            <a:ext cx="2088489" cy="274320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2990" y="2542032"/>
            <a:ext cx="17593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8C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990" y="3099816"/>
            <a:ext cx="175930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990" y="3913632"/>
            <a:ext cx="1759305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5D8E7"/>
                </a:solidFill>
                <a:latin typeface="Aptos"/>
              </a:defRPr>
            </a:pPr>
            <a:r>
              <a:t>Contrasta Claim/ADP y descarga .pulse.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73968" cy="676656"/>
          </a:xfrm>
          <a:prstGeom prst="roundRect">
            <a:avLst>
              <a:gd name="adj" fmla="val 10000"/>
            </a:avLst>
          </a:prstGeom>
          <a:solidFill>
            <a:srgbClr val="E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596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979A"/>
                </a:solidFill>
                <a:latin typeface="Aptos"/>
              </a:defRPr>
            </a:pPr>
            <a:r>
              <a:t>Para practicar recuperación, usa una base de prueba; nunca dupliques horas de una base que ya las conserva.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69 / 71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Lista de comprobación por 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¿Cuenta y responsables correctos? ¿Activaciones atendidas? ¿Bajas con destino e impacto resueltos?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19385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7940" y="21488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3408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8620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¿Equipo organizado? ¿Reglas claras? ¿Pendientes revisados? ¿Analítica e historial consultados?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¿Delegación vigente cuando revisas al equipo? ¿Tu propia OT conserva revisión independiente?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4110228"/>
            <a:ext cx="5490972" cy="1988819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solidFill>
              <a:srgbClr val="DC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7940" y="4320540"/>
            <a:ext cx="310896" cy="4572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512564"/>
            <a:ext cx="512521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D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5033772"/>
            <a:ext cx="5125212" cy="964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465E"/>
                </a:solidFill>
                <a:latin typeface="Aptos"/>
              </a:defRPr>
            </a:pPr>
            <a:r>
              <a:t>¿Horario y documentación correctos? ¿Horas aprobadas? ¿Claim/ADP contrastados? ¿Respaldo guardado?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70 / 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65176"/>
            <a:ext cx="82296" cy="228600"/>
          </a:xfrm>
          <a:prstGeom prst="rect">
            <a:avLst/>
          </a:prstGeom>
          <a:solidFill>
            <a:srgbClr val="149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2D4D"/>
                </a:solidFill>
                <a:latin typeface="Aptos"/>
              </a:defRPr>
            </a:pPr>
            <a:r>
              <a:t>OPERATIONAL PULSE  /  RESPALDO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13816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D"/>
                </a:solidFill>
                <a:latin typeface="Aptos"/>
              </a:defRPr>
            </a:pPr>
            <a:r>
              <a:t>Una operación clara, de principio a 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D91"/>
                </a:solidFill>
                <a:latin typeface="Aptos"/>
              </a:defRPr>
            </a:pPr>
            <a:r>
              <a:t>Estructura visible, registro individual y resultados consistentes.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83112" cy="11887"/>
          </a:xfrm>
          <a:prstGeom prst="rect">
            <a:avLst/>
          </a:prstGeom>
          <a:solidFill>
            <a:srgbClr val="D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v1.0.10  ·  Guía de funcionamiento  ·  Pantallas y datos de demostración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1064240" cy="3246120"/>
          </a:xfrm>
          <a:prstGeom prst="roundRect">
            <a:avLst>
              <a:gd name="adj" fmla="val 10000"/>
            </a:avLst>
          </a:prstGeom>
          <a:solidFill>
            <a:srgbClr val="10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Planear → Registrar → Revisar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B6E1DE"/>
                </a:solidFill>
                <a:latin typeface="Aptos"/>
              </a:defRPr>
            </a:pPr>
            <a:r>
              <a:t>Analizar → Capturar → Respaldar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C5D8E7"/>
                </a:solidFill>
                <a:latin typeface="Aptos"/>
              </a:defRPr>
            </a:pPr>
            <a:r>
              <a:t>La calidad de los datos nace en cada registro y se conserva en todo el flujo.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91088" y="6556248"/>
            <a:ext cx="66751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D91"/>
                </a:solidFill>
                <a:latin typeface="Aptos"/>
              </a:defRPr>
            </a:pPr>
            <a:r>
              <a:t>71 / 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Pulse · Guía integral de funcionamiento · v1.0.10</dc:title>
  <dc:subject>Presentación, roles y flujos completos con pantallas reales</dc:subject>
  <dc:creator>Operational Pulse</dc:creator>
  <cp:keywords>Pulse, capacitación, administración, OT, Guardia, Timer, Claim, ADP, analítica, respaldo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